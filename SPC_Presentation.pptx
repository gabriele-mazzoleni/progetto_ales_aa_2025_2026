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336" r:id="rId3"/>
    <p:sldId id="337" r:id="rId4"/>
    <p:sldId id="338" r:id="rId5"/>
    <p:sldId id="339" r:id="rId6"/>
    <p:sldId id="340" r:id="rId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24/12/2025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 err="1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</a:t>
            </a: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F36CE58-AAFE-238A-54E3-4AE5856774A5}"/>
              </a:ext>
            </a:extLst>
          </p:cNvPr>
          <p:cNvSpPr txBox="1"/>
          <p:nvPr/>
        </p:nvSpPr>
        <p:spPr>
          <a:xfrm>
            <a:off x="8605154" y="3468684"/>
            <a:ext cx="3434445" cy="256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70"/>
              </a:lnSpc>
            </a:pP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inputs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outputs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F5D2AB-A58A-DBB5-8FD6-A0048A0AA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096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42749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6806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50189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664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245</Words>
  <Application>Microsoft Office PowerPoint</Application>
  <PresentationFormat>Widescreen</PresentationFormat>
  <Paragraphs>29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2" baseType="lpstr">
      <vt:lpstr>Aptos</vt:lpstr>
      <vt:lpstr>Arial</vt:lpstr>
      <vt:lpstr>Arial Black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Problem setting – selected paper</vt:lpstr>
      <vt:lpstr>Problem setting –  context of application</vt:lpstr>
      <vt:lpstr>Proposed solution –   System setting</vt:lpstr>
      <vt:lpstr>Practical implementation –  system setting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141</cp:revision>
  <dcterms:created xsi:type="dcterms:W3CDTF">2025-06-12T18:24:46Z</dcterms:created>
  <dcterms:modified xsi:type="dcterms:W3CDTF">2025-12-24T17:08:39Z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